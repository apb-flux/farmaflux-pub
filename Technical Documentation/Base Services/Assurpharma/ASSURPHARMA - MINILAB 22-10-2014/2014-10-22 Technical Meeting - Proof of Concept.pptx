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694" r:id="rId2"/>
  </p:sldMasterIdLst>
  <p:notesMasterIdLst>
    <p:notesMasterId r:id="rId14"/>
  </p:notesMasterIdLst>
  <p:handoutMasterIdLst>
    <p:handoutMasterId r:id="rId15"/>
  </p:handoutMasterIdLst>
  <p:sldIdLst>
    <p:sldId id="311" r:id="rId3"/>
    <p:sldId id="337" r:id="rId4"/>
    <p:sldId id="333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54" r:id="rId13"/>
  </p:sldIdLst>
  <p:sldSz cx="9144000" cy="6858000" type="screen4x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BA27"/>
    <a:srgbClr val="F9423A"/>
    <a:srgbClr val="A8A8A7"/>
    <a:srgbClr val="CBC4BC"/>
    <a:srgbClr val="753BBD"/>
    <a:srgbClr val="00A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6" autoAdjust="0"/>
    <p:restoredTop sz="94660"/>
  </p:normalViewPr>
  <p:slideViewPr>
    <p:cSldViewPr>
      <p:cViewPr varScale="1">
        <p:scale>
          <a:sx n="103" d="100"/>
          <a:sy n="103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922" y="-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AA3A9-740D-4F2E-ADFC-CEB5E8832FE6}" type="datetimeFigureOut">
              <a:rPr lang="nl-BE" smtClean="0"/>
              <a:t>21/10/2014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C9A69-F633-4D8E-AFC4-3B69FB2DEEB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5710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99AC3-830C-4D7D-B704-0AA366BD9B1C}" type="datetimeFigureOut">
              <a:rPr lang="fr-BE" smtClean="0"/>
              <a:pPr/>
              <a:t>21/10/2014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81ADE-E8F8-4B80-8BD5-E72B1435CBD7}" type="slidenum">
              <a:rPr lang="fr-BE" smtClean="0"/>
              <a:pPr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2087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5179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81ADE-E8F8-4B80-8BD5-E72B1435CBD7}" type="slidenum">
              <a:rPr lang="fr-BE" smtClean="0"/>
              <a:pPr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956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solidFill>
          <a:srgbClr val="259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616200"/>
            <a:ext cx="8229600" cy="914400"/>
          </a:xfrm>
        </p:spPr>
        <p:txBody>
          <a:bodyPr>
            <a:noAutofit/>
          </a:bodyPr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CLIQUEZ POUR MODIFIER</a:t>
            </a:r>
            <a:endParaRPr lang="fr-FR" dirty="0"/>
          </a:p>
        </p:txBody>
      </p:sp>
      <p:pic>
        <p:nvPicPr>
          <p:cNvPr id="6" name="Image 5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947" y="4419600"/>
            <a:ext cx="2353653" cy="153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20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6" name="Image 5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3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Cliquez pour modifier le style des sous-titres du masque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7" name="Image 6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2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2192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Bullet 1</a:t>
            </a:r>
          </a:p>
          <a:p>
            <a:pPr lvl="1"/>
            <a:r>
              <a:rPr lang="fr-FR" dirty="0" smtClean="0"/>
              <a:t>Bullet 2</a:t>
            </a:r>
          </a:p>
          <a:p>
            <a:pPr lvl="1"/>
            <a:r>
              <a:rPr lang="fr-FR" dirty="0" smtClean="0"/>
              <a:t>Bullet 3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7" name="Image 6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0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rgbClr val="259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2592389"/>
            <a:ext cx="7772400" cy="938211"/>
          </a:xfrm>
        </p:spPr>
        <p:txBody>
          <a:bodyPr anchor="t">
            <a:normAutofit/>
          </a:bodyPr>
          <a:lstStyle>
            <a:lvl1pPr algn="l">
              <a:defRPr sz="2500" b="1" cap="all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1092200"/>
            <a:ext cx="7772400" cy="1500189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7" name="Image 6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4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 marL="0" indent="0" algn="l">
              <a:buFontTx/>
              <a:buNone/>
              <a:defRPr sz="1800"/>
            </a:lvl1pPr>
            <a:lvl2pPr>
              <a:defRPr sz="1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Bullet 1</a:t>
            </a:r>
          </a:p>
          <a:p>
            <a:pPr lvl="1"/>
            <a:r>
              <a:rPr lang="fr-FR" dirty="0" smtClean="0"/>
              <a:t>Bullet 2</a:t>
            </a:r>
          </a:p>
          <a:p>
            <a:pPr lvl="1"/>
            <a:r>
              <a:rPr lang="fr-FR" dirty="0" smtClean="0"/>
              <a:t>Bullet 3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 marL="0" indent="0">
              <a:buFontTx/>
              <a:buNone/>
              <a:defRPr sz="1800"/>
            </a:lvl1pPr>
            <a:lvl2pPr>
              <a:defRPr sz="1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Bullet 1</a:t>
            </a:r>
          </a:p>
          <a:p>
            <a:pPr lvl="1"/>
            <a:r>
              <a:rPr lang="fr-FR" dirty="0" smtClean="0"/>
              <a:t>Bullet 2</a:t>
            </a:r>
          </a:p>
          <a:p>
            <a:pPr lvl="1"/>
            <a:r>
              <a:rPr lang="fr-FR" dirty="0" smtClean="0"/>
              <a:t>Bullet 3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57200" y="274642"/>
            <a:ext cx="6172200" cy="1223959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2" name="Image 11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9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 smtClean="0"/>
              <a:t>TITRE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Bullet 1</a:t>
            </a:r>
          </a:p>
          <a:p>
            <a:pPr lvl="1"/>
            <a:r>
              <a:rPr lang="fr-FR" dirty="0" smtClean="0"/>
              <a:t>Bullet 2</a:t>
            </a:r>
          </a:p>
          <a:p>
            <a:pPr lvl="1"/>
            <a:r>
              <a:rPr lang="fr-FR" dirty="0" smtClean="0"/>
              <a:t>Bullet 3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1" y="1535113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 smtClean="0"/>
              <a:t>TITRE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Bullet 1</a:t>
            </a:r>
          </a:p>
          <a:p>
            <a:pPr lvl="1"/>
            <a:r>
              <a:rPr lang="fr-FR" dirty="0" smtClean="0"/>
              <a:t>Bullet 2</a:t>
            </a:r>
          </a:p>
          <a:p>
            <a:pPr lvl="1"/>
            <a:r>
              <a:rPr lang="fr-FR" dirty="0" smtClean="0"/>
              <a:t>Bullet 3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Image 9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7"/>
          </a:xfrm>
        </p:spPr>
        <p:txBody>
          <a:bodyPr/>
          <a:lstStyle>
            <a:lvl1pPr marL="0" indent="0">
              <a:buFontTx/>
              <a:buNone/>
              <a:defRPr sz="2400"/>
            </a:lvl1pPr>
            <a:lvl2pPr marL="0" indent="0">
              <a:buFontTx/>
              <a:buNone/>
              <a:defRPr sz="2000"/>
            </a:lvl2pPr>
            <a:lvl3pPr marL="1371600" indent="-457200">
              <a:buFont typeface="+mj-lt"/>
              <a:buAutoNum type="arabicPeriod"/>
              <a:defRPr sz="2000"/>
            </a:lvl3pPr>
            <a:lvl4pPr marL="1828800" indent="-457200">
              <a:buFont typeface="+mj-lt"/>
              <a:buAutoNum type="alphaLcPeriod"/>
              <a:defRPr sz="2000"/>
            </a:lvl4pPr>
            <a:lvl5pPr marL="2171700" indent="-342900">
              <a:buFont typeface="Arial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8" name="Image 7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81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08A1-D5A7-4E02-8A99-901DFEE23DFA}" type="datetimeFigureOut">
              <a:rPr lang="fr-FR" smtClean="0"/>
              <a:pPr/>
              <a:t>21/10/2014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ABEB8-1C48-422B-91DA-5656165CC739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8" name="Image 7" descr="APB - Logo Rev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1"/>
            <a:ext cx="1219200" cy="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7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3530600"/>
            <a:ext cx="9144000" cy="2616200"/>
          </a:xfrm>
          <a:prstGeom prst="rect">
            <a:avLst/>
          </a:prstGeom>
          <a:gradFill>
            <a:gsLst>
              <a:gs pos="0">
                <a:srgbClr val="F4F1EE"/>
              </a:gs>
              <a:gs pos="100000">
                <a:srgbClr val="F4F1EE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prstClr val="white"/>
                </a:solidFill>
              </a:rPr>
              <a:t> </a:t>
            </a:r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5232400"/>
            <a:ext cx="8229600" cy="9144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FR" sz="3600" b="1" kern="1200" spc="0" baseline="0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fr-FR" dirty="0" smtClean="0"/>
              <a:t>CLIQUEZ POUR MODIFIER</a:t>
            </a:r>
            <a:endParaRPr lang="fr-FR" dirty="0"/>
          </a:p>
        </p:txBody>
      </p:sp>
      <p:pic>
        <p:nvPicPr>
          <p:cNvPr id="10" name="Picture 9" descr="flux - all logo.jpg"/>
          <p:cNvPicPr>
            <a:picLocks noChangeAspect="1"/>
          </p:cNvPicPr>
          <p:nvPr userDrawn="1"/>
        </p:nvPicPr>
        <p:blipFill>
          <a:blip r:embed="rId2" cstate="print"/>
          <a:srcRect t="37175"/>
          <a:stretch>
            <a:fillRect/>
          </a:stretch>
        </p:blipFill>
        <p:spPr>
          <a:xfrm>
            <a:off x="0" y="0"/>
            <a:ext cx="9144000" cy="40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2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6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Cliquez pour modifier le sous-titre</a:t>
            </a:r>
            <a:endParaRPr lang="fr-FR" dirty="0"/>
          </a:p>
        </p:txBody>
      </p:sp>
      <p:pic>
        <p:nvPicPr>
          <p:cNvPr id="7" name="Image 6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10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1305065"/>
            <a:ext cx="8229600" cy="4869226"/>
          </a:xfrm>
        </p:spPr>
        <p:txBody>
          <a:bodyPr>
            <a:normAutofit/>
          </a:bodyPr>
          <a:lstStyle>
            <a:lvl1pPr>
              <a:buFont typeface="Wingdings" pitchFamily="2" charset="2"/>
              <a:buChar char="q"/>
              <a:defRPr sz="240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lvl2pPr marL="625475" indent="-265113">
              <a:buFont typeface="Wingdings" pitchFamily="2" charset="2"/>
              <a:buChar char="Ø"/>
              <a:defRPr sz="1800" b="0" u="none">
                <a:solidFill>
                  <a:srgbClr val="002060"/>
                </a:solidFill>
                <a:latin typeface="Calibri" pitchFamily="34" charset="0"/>
                <a:cs typeface="Calibri" pitchFamily="34" charset="0"/>
              </a:defRPr>
            </a:lvl2pPr>
            <a:lvl3pPr marL="812800" indent="-274638">
              <a:buFont typeface="Wingdings" pitchFamily="2" charset="2"/>
              <a:buChar char="v"/>
              <a:defRPr sz="1800" b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3pPr>
            <a:lvl4pPr marL="809625" indent="-184150">
              <a:buFont typeface="Arial" pitchFamily="34" charset="0"/>
              <a:buChar char="•"/>
              <a:defRPr sz="1600" i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4pPr>
          </a:lstStyle>
          <a:p>
            <a:pPr lvl="0"/>
            <a:r>
              <a:rPr lang="fr-FR" dirty="0" smtClean="0"/>
              <a:t>Cliquez pour ajouter du texte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74642"/>
            <a:ext cx="6705600" cy="782272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pic>
        <p:nvPicPr>
          <p:cNvPr id="17" name="Image 5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  <p:cxnSp>
        <p:nvCxnSpPr>
          <p:cNvPr id="19" name="Straight Connector 18"/>
          <p:cNvCxnSpPr/>
          <p:nvPr userDrawn="1"/>
        </p:nvCxnSpPr>
        <p:spPr>
          <a:xfrm>
            <a:off x="457200" y="1056914"/>
            <a:ext cx="67056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983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530600"/>
            <a:ext cx="9144000" cy="2616200"/>
          </a:xfrm>
          <a:prstGeom prst="rect">
            <a:avLst/>
          </a:prstGeom>
          <a:gradFill>
            <a:gsLst>
              <a:gs pos="0">
                <a:srgbClr val="F4F1EE"/>
              </a:gs>
              <a:gs pos="100000">
                <a:srgbClr val="F4F1EE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>
                <a:solidFill>
                  <a:prstClr val="white"/>
                </a:solidFill>
              </a:rPr>
              <a:t> </a:t>
            </a:r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2592389"/>
            <a:ext cx="7772400" cy="938211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1092200"/>
            <a:ext cx="7772400" cy="1500189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 smtClean="0"/>
              <a:t>Cliquez pour ajouter du texte</a:t>
            </a:r>
          </a:p>
        </p:txBody>
      </p:sp>
      <p:pic>
        <p:nvPicPr>
          <p:cNvPr id="8" name="Image 7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79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203961"/>
            <a:ext cx="4038600" cy="4922204"/>
          </a:xfrm>
        </p:spPr>
        <p:txBody>
          <a:bodyPr/>
          <a:lstStyle>
            <a:lvl1pPr marL="266700" indent="-266700" algn="l">
              <a:buFont typeface="Arial" pitchFamily="34" charset="0"/>
              <a:buChar char="•"/>
              <a:defRPr lang="fr-FR" sz="2400" b="1" kern="12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>
              <a:defRPr lang="fr-FR" sz="2000" b="1" u="sng" kern="1200" baseline="0" dirty="0" smtClean="0">
                <a:solidFill>
                  <a:srgbClr val="002060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>
              <a:defRPr lang="fr-FR" sz="1800" b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>
              <a:defRPr lang="fr-FR" sz="1600" b="1" i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fr-FR" dirty="0" smtClean="0"/>
              <a:t>Cliquez pour ajouter du texte</a:t>
            </a:r>
          </a:p>
          <a:p>
            <a:pPr marL="625475" marR="0" lvl="1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fr-FR" dirty="0" smtClean="0"/>
              <a:t>Deuxième niveau</a:t>
            </a:r>
          </a:p>
          <a:p>
            <a:pPr marL="812800" lvl="2" indent="-274638" algn="l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fr-FR" dirty="0" smtClean="0"/>
              <a:t>Troisième niveau</a:t>
            </a:r>
          </a:p>
          <a:p>
            <a:pPr marL="809625" lvl="3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fr-FR" dirty="0" smtClean="0"/>
              <a:t>Quatrième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203961"/>
            <a:ext cx="4038600" cy="4922204"/>
          </a:xfrm>
        </p:spPr>
        <p:txBody>
          <a:bodyPr/>
          <a:lstStyle>
            <a:lvl1pPr marL="266700" indent="-266700">
              <a:buFont typeface="Arial" pitchFamily="34" charset="0"/>
              <a:buChar char="•"/>
              <a:tabLst/>
              <a:defRPr lang="fr-FR" sz="2400" b="1" kern="12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>
              <a:defRPr lang="fr-FR" sz="2000" b="1" u="sng" kern="1200" baseline="0" dirty="0" smtClean="0">
                <a:solidFill>
                  <a:srgbClr val="002060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>
              <a:defRPr lang="fr-FR" sz="1800" b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>
              <a:defRPr lang="fr-FR" sz="1600" b="1" i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fr-FR" dirty="0" smtClean="0"/>
              <a:t>Cliquez pour ajouter du texte</a:t>
            </a:r>
          </a:p>
          <a:p>
            <a:pPr marL="625475" marR="0" lvl="1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fr-FR" dirty="0" smtClean="0"/>
              <a:t>Deuxième niveau</a:t>
            </a:r>
          </a:p>
          <a:p>
            <a:pPr marL="812800" lvl="2" indent="-274638" algn="l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fr-FR" dirty="0" smtClean="0"/>
              <a:t>Troisième niveau</a:t>
            </a:r>
          </a:p>
          <a:p>
            <a:pPr marL="809625" lvl="3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fr-FR" dirty="0" smtClean="0"/>
              <a:t>Quatrième niveau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57200" y="274643"/>
            <a:ext cx="8229600" cy="782272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FR" sz="3600" b="1" kern="1200" spc="0" baseline="0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Image 11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457200" y="1056914"/>
            <a:ext cx="67056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377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2750" y="1169353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 smtClean="0"/>
              <a:t>TITRE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2750" y="1809116"/>
            <a:ext cx="4040188" cy="4317047"/>
          </a:xfrm>
        </p:spPr>
        <p:txBody>
          <a:bodyPr/>
          <a:lstStyle>
            <a:lvl1pPr marL="266700" indent="-266700">
              <a:buFont typeface="Arial" pitchFamily="34" charset="0"/>
              <a:buChar char="•"/>
              <a:defRPr lang="fr-FR" sz="2400" b="1" kern="12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>
              <a:defRPr lang="fr-FR" sz="2000" b="1" u="sng" kern="1200" baseline="0" dirty="0" smtClean="0">
                <a:solidFill>
                  <a:srgbClr val="002060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>
              <a:defRPr lang="fr-FR" sz="1800" b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>
              <a:defRPr lang="fr-FR" sz="1600" b="1" i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fr-FR" dirty="0" smtClean="0"/>
              <a:t>Cliquez pour ajouter du texte</a:t>
            </a:r>
          </a:p>
          <a:p>
            <a:pPr marL="625475" marR="0" lvl="1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fr-FR" dirty="0" smtClean="0"/>
              <a:t>Deuxième niveau</a:t>
            </a:r>
          </a:p>
          <a:p>
            <a:pPr marL="812800" lvl="2" indent="-274638" algn="l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fr-FR" dirty="0" smtClean="0"/>
              <a:t>Troisième niveau</a:t>
            </a:r>
          </a:p>
          <a:p>
            <a:pPr marL="809625" lvl="3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fr-FR" dirty="0" smtClean="0"/>
              <a:t>Quatrième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50581" y="1169353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 smtClean="0"/>
              <a:t>TITRE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31" y="1809116"/>
            <a:ext cx="4041775" cy="4317047"/>
          </a:xfrm>
        </p:spPr>
        <p:txBody>
          <a:bodyPr/>
          <a:lstStyle>
            <a:lvl1pPr marL="266700" indent="-266700">
              <a:buFont typeface="Arial" pitchFamily="34" charset="0"/>
              <a:buChar char="•"/>
              <a:defRPr lang="fr-FR" sz="2400" b="1" kern="12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>
              <a:defRPr lang="fr-FR" sz="2000" b="1" u="sng" kern="1200" baseline="0" dirty="0" smtClean="0">
                <a:solidFill>
                  <a:srgbClr val="002060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>
              <a:defRPr lang="fr-FR" sz="1800" b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>
              <a:defRPr lang="fr-FR" sz="1600" b="1" i="1" kern="12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fr-FR" dirty="0" smtClean="0"/>
              <a:t>Cliquez pour ajouter du texte</a:t>
            </a:r>
          </a:p>
          <a:p>
            <a:pPr marL="625475" marR="0" lvl="1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</a:pPr>
            <a:r>
              <a:rPr lang="fr-FR" dirty="0" smtClean="0"/>
              <a:t>Deuxième niveau</a:t>
            </a:r>
          </a:p>
          <a:p>
            <a:pPr marL="812800" lvl="2" indent="-274638" algn="l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fr-FR" dirty="0" smtClean="0"/>
              <a:t>Troisième niveau</a:t>
            </a:r>
          </a:p>
          <a:p>
            <a:pPr marL="809625" lvl="3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fr-FR" dirty="0" smtClean="0"/>
              <a:t>Quatrième niveau</a:t>
            </a:r>
          </a:p>
        </p:txBody>
      </p:sp>
      <p:pic>
        <p:nvPicPr>
          <p:cNvPr id="10" name="Image 9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" y="1056914"/>
            <a:ext cx="67056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377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t"/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1447800"/>
            <a:ext cx="5111750" cy="4678367"/>
          </a:xfrm>
        </p:spPr>
        <p:txBody>
          <a:bodyPr/>
          <a:lstStyle>
            <a:lvl1pPr marL="266700" indent="-266700">
              <a:buFont typeface="Arial" pitchFamily="34" charset="0"/>
              <a:buChar char="•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 smtClean="0"/>
              <a:t>Cliquez pour ajouter du texte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6" y="1435104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 smtClean="0"/>
              <a:t>Cliquez pour ajouter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20316" y="5168900"/>
            <a:ext cx="2133600" cy="365125"/>
          </a:xfrm>
          <a:prstGeom prst="rect">
            <a:avLst/>
          </a:prstGeom>
        </p:spPr>
        <p:txBody>
          <a:bodyPr/>
          <a:lstStyle/>
          <a:p>
            <a:fld id="{80F908A1-D5A7-4E02-8A99-901DFEE23DFA}" type="datetimeFigureOut">
              <a:rPr lang="fr-FR" smtClean="0">
                <a:solidFill>
                  <a:prstClr val="black"/>
                </a:solidFill>
              </a:rPr>
              <a:pPr/>
              <a:t>21/10/2014</a:t>
            </a:fld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-1219200" y="3950201"/>
            <a:ext cx="2133600" cy="365125"/>
          </a:xfrm>
          <a:prstGeom prst="rect">
            <a:avLst/>
          </a:prstGeom>
        </p:spPr>
        <p:txBody>
          <a:bodyPr/>
          <a:lstStyle/>
          <a:p>
            <a:fld id="{1ECABEB8-1C48-422B-91DA-5656165CC739}" type="slidenum">
              <a:rPr lang="fr-FR" smtClean="0">
                <a:solidFill>
                  <a:prstClr val="black"/>
                </a:solidFill>
              </a:rPr>
              <a:pPr/>
              <a:t>‹#›</a:t>
            </a:fld>
            <a:endParaRPr lang="fr-FR">
              <a:solidFill>
                <a:prstClr val="black"/>
              </a:solidFill>
            </a:endParaRPr>
          </a:p>
        </p:txBody>
      </p:sp>
      <p:pic>
        <p:nvPicPr>
          <p:cNvPr id="8" name="Image 7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96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20316" y="5168900"/>
            <a:ext cx="2133600" cy="365125"/>
          </a:xfrm>
          <a:prstGeom prst="rect">
            <a:avLst/>
          </a:prstGeom>
        </p:spPr>
        <p:txBody>
          <a:bodyPr/>
          <a:lstStyle/>
          <a:p>
            <a:fld id="{80F908A1-D5A7-4E02-8A99-901DFEE23DFA}" type="datetimeFigureOut">
              <a:rPr lang="fr-FR" smtClean="0">
                <a:solidFill>
                  <a:prstClr val="black"/>
                </a:solidFill>
              </a:rPr>
              <a:pPr/>
              <a:t>21/10/2014</a:t>
            </a:fld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-1219200" y="3950201"/>
            <a:ext cx="2133600" cy="365125"/>
          </a:xfrm>
          <a:prstGeom prst="rect">
            <a:avLst/>
          </a:prstGeom>
        </p:spPr>
        <p:txBody>
          <a:bodyPr/>
          <a:lstStyle/>
          <a:p>
            <a:fld id="{1ECABEB8-1C48-422B-91DA-5656165CC739}" type="slidenum">
              <a:rPr lang="fr-FR" smtClean="0">
                <a:solidFill>
                  <a:prstClr val="black"/>
                </a:solidFill>
              </a:rPr>
              <a:pPr/>
              <a:t>‹#›</a:t>
            </a:fld>
            <a:endParaRPr lang="fr-FR">
              <a:solidFill>
                <a:prstClr val="black"/>
              </a:solidFill>
            </a:endParaRPr>
          </a:p>
        </p:txBody>
      </p:sp>
      <p:pic>
        <p:nvPicPr>
          <p:cNvPr id="8" name="Image 7" descr="APB - Logo CMJ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28600"/>
            <a:ext cx="1224756" cy="7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01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B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3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5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59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6553200" cy="6143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 smtClean="0"/>
              <a:t>CLIQUEZ POUR MODIFIER LE STYLE DU TITRE</a:t>
            </a:r>
            <a:br>
              <a:rPr lang="fr-FR" dirty="0" smtClean="0"/>
            </a:b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Premier niveau 1</a:t>
            </a:r>
          </a:p>
          <a:p>
            <a:pPr lvl="1"/>
            <a:r>
              <a:rPr lang="fr-FR" dirty="0" smtClean="0"/>
              <a:t>Premier niveau 2</a:t>
            </a:r>
          </a:p>
          <a:p>
            <a:pPr lvl="1"/>
            <a:r>
              <a:rPr lang="fr-FR" dirty="0" smtClean="0"/>
              <a:t>Premier niveau 3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80F908A1-D5A7-4E02-8A99-901DFEE23DFA}" type="datetimeFigureOut">
              <a:rPr lang="fr-FR" smtClean="0"/>
              <a:pPr/>
              <a:t>21/10/2014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1ECABEB8-1C48-422B-91DA-5656165CC739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289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2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20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200"/>
        </a:spcAft>
        <a:buFontTx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0" marR="0" indent="-18288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Char char="•"/>
        <a:tabLst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6705600" cy="7822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dirty="0" smtClean="0"/>
              <a:t>CLIQUEZ POUR MODIFIER LE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49681"/>
            <a:ext cx="8229600" cy="487648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marL="3429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fr-FR" dirty="0" smtClean="0"/>
              <a:t>Cliquez ajouter du texte</a:t>
            </a:r>
          </a:p>
          <a:p>
            <a:pPr marL="625475" marR="0" lvl="1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fr-FR" dirty="0" smtClean="0"/>
              <a:t>Deuxième niveau</a:t>
            </a:r>
          </a:p>
          <a:p>
            <a:pPr marL="812800" lvl="2" indent="-274638" algn="l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fr-FR" dirty="0" smtClean="0"/>
              <a:t>Troisième niveau</a:t>
            </a:r>
          </a:p>
          <a:p>
            <a:pPr marL="809625" lvl="3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fr-FR" dirty="0" smtClean="0"/>
              <a:t>Quatrième niveau</a:t>
            </a:r>
          </a:p>
        </p:txBody>
      </p:sp>
      <p:sp>
        <p:nvSpPr>
          <p:cNvPr id="21" name="Footer Placeholder 20"/>
          <p:cNvSpPr>
            <a:spLocks noGrp="1"/>
          </p:cNvSpPr>
          <p:nvPr userDrawn="1"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3" name="Image 5" descr="APB - Logo Rev.png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838" y="6634240"/>
            <a:ext cx="326962" cy="212562"/>
          </a:xfrm>
          <a:prstGeom prst="rect">
            <a:avLst/>
          </a:prstGeom>
        </p:spPr>
      </p:pic>
      <p:pic>
        <p:nvPicPr>
          <p:cNvPr id="18" name="Picture 17" descr="AccSignature_Sm_wht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8446103" y="18426"/>
            <a:ext cx="481393" cy="142493"/>
          </a:xfrm>
          <a:prstGeom prst="rect">
            <a:avLst/>
          </a:prstGeom>
        </p:spPr>
      </p:pic>
      <p:pic>
        <p:nvPicPr>
          <p:cNvPr id="8" name="Picture 7" descr="assuralia_big.gif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3973930" y="6356349"/>
            <a:ext cx="1215705" cy="41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txStyles>
    <p:titleStyle>
      <a:lvl1pPr algn="l" defTabSz="914400" rtl="0" eaLnBrk="1" latinLnBrk="0" hangingPunct="1">
        <a:spcBef>
          <a:spcPct val="0"/>
        </a:spcBef>
        <a:buNone/>
        <a:defRPr lang="fr-FR" sz="3600" b="1" kern="1200" spc="0" baseline="0" dirty="0">
          <a:solidFill>
            <a:schemeClr val="bg1">
              <a:lumMod val="65000"/>
            </a:schemeClr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0"/>
        </a:spcAft>
        <a:buFont typeface="Arial" pitchFamily="34" charset="0"/>
        <a:buChar char="•"/>
        <a:defRPr lang="fr-FR" sz="2400" b="1" kern="1200" dirty="0" smtClean="0">
          <a:solidFill>
            <a:schemeClr val="accent5">
              <a:lumMod val="75000"/>
            </a:schemeClr>
          </a:solidFill>
          <a:latin typeface="Calibri" pitchFamily="34" charset="0"/>
          <a:ea typeface="+mn-ea"/>
          <a:cs typeface="Calibri" pitchFamily="34" charset="0"/>
        </a:defRPr>
      </a:lvl1pPr>
      <a:lvl2pPr marL="896938" marR="0" indent="-271463" algn="l" defTabSz="914400" rtl="0" eaLnBrk="1" fontAlgn="auto" latinLnBrk="0" hangingPunct="1">
        <a:lnSpc>
          <a:spcPct val="150000"/>
        </a:lnSpc>
        <a:spcBef>
          <a:spcPts val="600"/>
        </a:spcBef>
        <a:spcAft>
          <a:spcPts val="0"/>
        </a:spcAft>
        <a:buClrTx/>
        <a:buSzTx/>
        <a:buFont typeface="Arial" pitchFamily="34" charset="0"/>
        <a:buChar char="–"/>
        <a:tabLst/>
        <a:defRPr lang="fr-FR" sz="1800" b="0" u="none" kern="1200" baseline="0" dirty="0" smtClean="0">
          <a:solidFill>
            <a:srgbClr val="002060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fr-FR" sz="1800" b="1" kern="1200" dirty="0" smtClean="0">
          <a:solidFill>
            <a:schemeClr val="bg1">
              <a:lumMod val="50000"/>
            </a:schemeClr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fr-FR" sz="1600" b="1" i="1" kern="1200" dirty="0" smtClean="0">
          <a:solidFill>
            <a:schemeClr val="bg1">
              <a:lumMod val="50000"/>
            </a:schemeClr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587" y="1364135"/>
            <a:ext cx="7772400" cy="3784596"/>
          </a:xfrm>
        </p:spPr>
        <p:txBody>
          <a:bodyPr/>
          <a:lstStyle/>
          <a:p>
            <a:pPr algn="ctr"/>
            <a:r>
              <a:rPr lang="fr-BE" sz="2400" i="1" dirty="0">
                <a:solidFill>
                  <a:schemeClr val="tx1">
                    <a:tint val="75000"/>
                  </a:schemeClr>
                </a:solidFill>
              </a:rPr>
              <a:t/>
            </a:r>
            <a:br>
              <a:rPr lang="fr-BE" sz="2400" i="1" dirty="0">
                <a:solidFill>
                  <a:schemeClr val="tx1">
                    <a:tint val="75000"/>
                  </a:schemeClr>
                </a:solidFill>
              </a:rPr>
            </a:br>
            <a:r>
              <a:rPr lang="fr-BE" dirty="0" smtClean="0"/>
              <a:t/>
            </a:r>
            <a:br>
              <a:rPr lang="fr-BE" dirty="0" smtClean="0"/>
            </a:br>
            <a:r>
              <a:rPr lang="fr-BE" dirty="0" err="1" smtClean="0"/>
              <a:t>AssurPharma</a:t>
            </a:r>
            <a:r>
              <a:rPr lang="fr-BE" dirty="0" smtClean="0"/>
              <a:t/>
            </a:r>
            <a:br>
              <a:rPr lang="fr-BE" dirty="0" smtClean="0"/>
            </a:br>
            <a:r>
              <a:rPr lang="fr-BE" dirty="0" err="1" smtClean="0"/>
              <a:t>Technical</a:t>
            </a:r>
            <a:r>
              <a:rPr lang="fr-BE" dirty="0" smtClean="0"/>
              <a:t> Meeting</a:t>
            </a:r>
            <a:br>
              <a:rPr lang="fr-BE" dirty="0" smtClean="0"/>
            </a:br>
            <a:r>
              <a:rPr lang="fr-BE" dirty="0" smtClean="0"/>
              <a:t>« Proof of Concept »</a:t>
            </a:r>
            <a:br>
              <a:rPr lang="fr-BE" dirty="0" smtClean="0"/>
            </a:br>
            <a:r>
              <a:rPr lang="fr-BE" sz="3400" b="0" i="1" dirty="0" err="1" smtClean="0"/>
              <a:t>Wednesday</a:t>
            </a:r>
            <a:r>
              <a:rPr lang="fr-BE" sz="3400" b="0" i="1" dirty="0" smtClean="0"/>
              <a:t> 22/10/2014</a:t>
            </a:r>
            <a:r>
              <a:rPr lang="fr-BE" sz="3400" b="0" i="1" dirty="0" smtClean="0">
                <a:latin typeface="Arial Black" pitchFamily="34" charset="0"/>
              </a:rPr>
              <a:t/>
            </a:r>
            <a:br>
              <a:rPr lang="fr-BE" sz="3400" b="0" i="1" dirty="0" smtClean="0">
                <a:latin typeface="Arial Black" pitchFamily="34" charset="0"/>
              </a:rPr>
            </a:br>
            <a:r>
              <a:rPr lang="fr-BE" sz="2100" b="0" dirty="0" smtClean="0">
                <a:latin typeface="Arial Black" pitchFamily="34" charset="0"/>
              </a:rPr>
              <a:t/>
            </a:r>
            <a:br>
              <a:rPr lang="fr-BE" sz="2100" b="0" dirty="0" smtClean="0">
                <a:latin typeface="Arial Black" pitchFamily="34" charset="0"/>
              </a:rPr>
            </a:br>
            <a:endParaRPr lang="fr-BE" sz="2100" b="0" i="1" dirty="0" smtClean="0">
              <a:solidFill>
                <a:srgbClr val="FF0000"/>
              </a:solidFill>
              <a:ea typeface="+mn-ea"/>
            </a:endParaRPr>
          </a:p>
        </p:txBody>
      </p:sp>
      <p:pic>
        <p:nvPicPr>
          <p:cNvPr id="5" name="Picture 3" descr="C:\Users\the.APB.BE\Pictures\images2.jpg"/>
          <p:cNvPicPr>
            <a:picLocks noChangeAspect="1" noChangeArrowheads="1"/>
          </p:cNvPicPr>
          <p:nvPr/>
        </p:nvPicPr>
        <p:blipFill>
          <a:blip r:embed="rId2" cstate="print"/>
          <a:srcRect l="21083" t="11283" r="21690" b="13494"/>
          <a:stretch>
            <a:fillRect/>
          </a:stretch>
        </p:blipFill>
        <p:spPr bwMode="auto">
          <a:xfrm>
            <a:off x="0" y="0"/>
            <a:ext cx="2880320" cy="223224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8012" y="864096"/>
            <a:ext cx="266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b="1" dirty="0"/>
              <a:t>WIFI</a:t>
            </a:r>
            <a:r>
              <a:rPr lang="fr-BE" sz="1400" dirty="0"/>
              <a:t/>
            </a:r>
            <a:br>
              <a:rPr lang="fr-BE" sz="1400" dirty="0"/>
            </a:br>
            <a:r>
              <a:rPr lang="fr-BE" sz="1400" dirty="0"/>
              <a:t>SSID = </a:t>
            </a:r>
            <a:r>
              <a:rPr lang="fr-BE" sz="14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APB_PUBLIC</a:t>
            </a:r>
            <a:r>
              <a:rPr lang="fr-BE" sz="1400" dirty="0"/>
              <a:t/>
            </a:r>
            <a:br>
              <a:rPr lang="fr-BE" sz="1400" dirty="0"/>
            </a:br>
            <a:r>
              <a:rPr lang="fr-BE" sz="1400" dirty="0" smtClean="0"/>
              <a:t>PASSW = </a:t>
            </a:r>
            <a:r>
              <a:rPr lang="fr-BE" sz="14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0penw1f1</a:t>
            </a:r>
            <a:endParaRPr lang="nl-BE" sz="1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73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346252"/>
            <a:ext cx="8229600" cy="4869226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Configuration + use </a:t>
            </a:r>
            <a:r>
              <a:rPr lang="en-US" dirty="0"/>
              <a:t>of the SDK Executor Tool </a:t>
            </a:r>
            <a:r>
              <a:rPr lang="en-US" dirty="0" smtClean="0"/>
              <a:t>(version </a:t>
            </a:r>
            <a:r>
              <a:rPr lang="en-US" dirty="0"/>
              <a:t>1.4.0) </a:t>
            </a:r>
            <a:endParaRPr lang="nl-BE" dirty="0"/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Perform </a:t>
            </a:r>
            <a:r>
              <a:rPr lang="en-US" dirty="0"/>
              <a:t>E2E tests in Acceptance Environment </a:t>
            </a:r>
            <a:endParaRPr lang="nl-BE" dirty="0"/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Q&amp;A</a:t>
            </a:r>
            <a:endParaRPr lang="nl-BE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Program of the </a:t>
            </a:r>
            <a:r>
              <a:rPr lang="fr-BE" dirty="0" err="1" smtClean="0"/>
              <a:t>day</a:t>
            </a:r>
            <a:endParaRPr lang="en-GB" dirty="0"/>
          </a:p>
        </p:txBody>
      </p:sp>
      <p:pic>
        <p:nvPicPr>
          <p:cNvPr id="5" name="Picture 3" descr="C:\Users\the.APB.BE\Pictures\images2.jpg"/>
          <p:cNvPicPr>
            <a:picLocks noChangeAspect="1" noChangeArrowheads="1"/>
          </p:cNvPicPr>
          <p:nvPr/>
        </p:nvPicPr>
        <p:blipFill>
          <a:blip r:embed="rId3" cstate="print"/>
          <a:srcRect l="21083" t="11283" r="21690" b="13494"/>
          <a:stretch>
            <a:fillRect/>
          </a:stretch>
        </p:blipFill>
        <p:spPr bwMode="auto">
          <a:xfrm>
            <a:off x="5148064" y="3212976"/>
            <a:ext cx="3530713" cy="2736304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436097" y="3789040"/>
            <a:ext cx="28803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b="1" dirty="0" err="1" smtClean="0"/>
              <a:t>Working</a:t>
            </a:r>
            <a:r>
              <a:rPr lang="fr-BE" b="1" dirty="0" smtClean="0"/>
              <a:t> </a:t>
            </a:r>
            <a:r>
              <a:rPr lang="fr-BE" b="1" dirty="0" smtClean="0"/>
              <a:t>meeting!</a:t>
            </a:r>
            <a:endParaRPr lang="fr-BE" b="1" dirty="0" smtClean="0"/>
          </a:p>
          <a:p>
            <a:r>
              <a:rPr lang="fr-BE" dirty="0"/>
              <a:t/>
            </a:r>
            <a:br>
              <a:rPr lang="fr-BE" dirty="0"/>
            </a:br>
            <a:r>
              <a:rPr lang="fr-BE" dirty="0" smtClean="0"/>
              <a:t>Questions, </a:t>
            </a:r>
            <a:r>
              <a:rPr lang="fr-BE" dirty="0" err="1" smtClean="0"/>
              <a:t>ideas</a:t>
            </a:r>
            <a:r>
              <a:rPr lang="fr-BE" dirty="0" smtClean="0"/>
              <a:t>, suggestions, …</a:t>
            </a:r>
          </a:p>
          <a:p>
            <a:r>
              <a:rPr lang="nl-BE" dirty="0">
                <a:solidFill>
                  <a:srgbClr val="FF0000"/>
                </a:solidFill>
              </a:rPr>
              <a:t>a</a:t>
            </a:r>
            <a:r>
              <a:rPr lang="nl-BE" dirty="0" smtClean="0">
                <a:solidFill>
                  <a:srgbClr val="FF0000"/>
                </a:solidFill>
              </a:rPr>
              <a:t>re </a:t>
            </a:r>
            <a:r>
              <a:rPr lang="nl-BE" dirty="0" err="1" smtClean="0">
                <a:solidFill>
                  <a:srgbClr val="FF0000"/>
                </a:solidFill>
              </a:rPr>
              <a:t>welcome</a:t>
            </a:r>
            <a:r>
              <a:rPr lang="nl-BE" dirty="0" smtClean="0">
                <a:solidFill>
                  <a:srgbClr val="FF0000"/>
                </a:solidFill>
              </a:rPr>
              <a:t> at </a:t>
            </a:r>
            <a:r>
              <a:rPr lang="nl-BE" dirty="0" err="1" smtClean="0">
                <a:solidFill>
                  <a:srgbClr val="FF0000"/>
                </a:solidFill>
              </a:rPr>
              <a:t>any</a:t>
            </a:r>
            <a:r>
              <a:rPr lang="nl-BE" dirty="0" smtClean="0">
                <a:solidFill>
                  <a:srgbClr val="FF0000"/>
                </a:solidFill>
              </a:rPr>
              <a:t> time</a:t>
            </a:r>
            <a:endParaRPr lang="nl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5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/>
          <p:cNvSpPr txBox="1">
            <a:spLocks/>
          </p:cNvSpPr>
          <p:nvPr/>
        </p:nvSpPr>
        <p:spPr>
          <a:xfrm>
            <a:off x="395536" y="1346252"/>
            <a:ext cx="8229600" cy="486922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 lang="fr-FR" sz="2400" b="1" kern="120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625475" marR="0" indent="-265113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 lang="fr-FR" sz="1800" b="0" u="none" kern="1200" baseline="0">
                <a:solidFill>
                  <a:srgbClr val="002060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812800" indent="-274638" algn="l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lang="fr-FR" sz="1800" b="1" kern="120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809625" indent="-1841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fr-FR" sz="1600" b="1" i="1" kern="120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BE" dirty="0" err="1" smtClean="0"/>
              <a:t>Request</a:t>
            </a:r>
            <a:r>
              <a:rPr lang="nl-BE" dirty="0" smtClean="0"/>
              <a:t> eHealth test Certificates (</a:t>
            </a:r>
            <a:r>
              <a:rPr lang="nl-BE" dirty="0" err="1" smtClean="0"/>
              <a:t>pharmacy</a:t>
            </a:r>
            <a:r>
              <a:rPr lang="nl-BE" dirty="0" smtClean="0"/>
              <a:t> + </a:t>
            </a:r>
            <a:r>
              <a:rPr lang="nl-BE" dirty="0" err="1" smtClean="0"/>
              <a:t>pharmacist</a:t>
            </a:r>
            <a:r>
              <a:rPr lang="nl-BE" dirty="0" smtClean="0"/>
              <a:t>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BE" dirty="0" smtClean="0"/>
              <a:t>Installation of the SDK </a:t>
            </a:r>
            <a:r>
              <a:rPr lang="nl-BE" dirty="0" err="1" smtClean="0"/>
              <a:t>Executor</a:t>
            </a:r>
            <a:r>
              <a:rPr lang="nl-BE" dirty="0" smtClean="0"/>
              <a:t> GUI tool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BE" dirty="0" err="1" smtClean="0"/>
              <a:t>Configuration</a:t>
            </a:r>
            <a:endParaRPr lang="nl-BE" dirty="0" smtClean="0"/>
          </a:p>
          <a:p>
            <a:pPr lvl="2">
              <a:spcAft>
                <a:spcPts val="600"/>
              </a:spcAft>
            </a:pPr>
            <a:r>
              <a:rPr lang="nl-BE" dirty="0" smtClean="0"/>
              <a:t>Copy eHealth </a:t>
            </a:r>
            <a:r>
              <a:rPr lang="nl-BE" dirty="0" err="1" smtClean="0"/>
              <a:t>certificates</a:t>
            </a:r>
            <a:r>
              <a:rPr lang="nl-BE" dirty="0" smtClean="0"/>
              <a:t> (.acc-p12) in </a:t>
            </a:r>
            <a:r>
              <a:rPr lang="nl-BE" dirty="0"/>
              <a:t>folder </a:t>
            </a:r>
            <a:r>
              <a:rPr lang="nl-BE" dirty="0" err="1" smtClean="0"/>
              <a:t>conf</a:t>
            </a:r>
            <a:r>
              <a:rPr lang="nl-BE" dirty="0" smtClean="0"/>
              <a:t>\p12\</a:t>
            </a:r>
            <a:r>
              <a:rPr lang="nl-BE" dirty="0" err="1" smtClean="0"/>
              <a:t>acc</a:t>
            </a:r>
            <a:endParaRPr lang="nl-BE" dirty="0" smtClean="0"/>
          </a:p>
          <a:p>
            <a:pPr lvl="2">
              <a:spcAft>
                <a:spcPts val="600"/>
              </a:spcAft>
            </a:pPr>
            <a:r>
              <a:rPr lang="nl-BE" dirty="0" smtClean="0"/>
              <a:t>Open </a:t>
            </a:r>
            <a:r>
              <a:rPr lang="nl-BE" dirty="0"/>
              <a:t>file </a:t>
            </a:r>
            <a:r>
              <a:rPr lang="nl-BE" dirty="0" err="1" smtClean="0"/>
              <a:t>conf</a:t>
            </a:r>
            <a:r>
              <a:rPr lang="nl-BE" dirty="0" smtClean="0"/>
              <a:t>\connector-</a:t>
            </a:r>
            <a:r>
              <a:rPr lang="nl-BE" dirty="0" err="1" smtClean="0"/>
              <a:t>client.properties</a:t>
            </a:r>
            <a:r>
              <a:rPr lang="nl-BE" dirty="0" smtClean="0"/>
              <a:t> </a:t>
            </a:r>
            <a:r>
              <a:rPr lang="nl-BE" dirty="0" err="1" smtClean="0"/>
              <a:t>with</a:t>
            </a:r>
            <a:r>
              <a:rPr lang="nl-BE" dirty="0" smtClean="0"/>
              <a:t> </a:t>
            </a:r>
            <a:r>
              <a:rPr lang="nl-BE" dirty="0" err="1" smtClean="0"/>
              <a:t>text</a:t>
            </a:r>
            <a:r>
              <a:rPr lang="nl-BE" dirty="0" smtClean="0"/>
              <a:t>-editor</a:t>
            </a:r>
          </a:p>
          <a:p>
            <a:pPr lvl="2">
              <a:spcAft>
                <a:spcPts val="600"/>
              </a:spcAft>
            </a:pPr>
            <a:endParaRPr lang="nl-BE" dirty="0" smtClean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nl-BE" sz="5000" dirty="0" smtClean="0">
              <a:solidFill>
                <a:srgbClr val="80BA2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72400" y="1268760"/>
            <a:ext cx="7569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5000" b="1" dirty="0">
                <a:solidFill>
                  <a:srgbClr val="80BA27"/>
                </a:solidFill>
                <a:sym typeface="Wingdings 2"/>
              </a:rPr>
              <a:t></a:t>
            </a:r>
            <a:endParaRPr lang="nl-BE" sz="5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940152" y="1988840"/>
            <a:ext cx="7569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5000" b="1" dirty="0">
                <a:solidFill>
                  <a:srgbClr val="80BA27"/>
                </a:solidFill>
                <a:sym typeface="Wingdings 2"/>
              </a:rPr>
              <a:t></a:t>
            </a:r>
            <a:endParaRPr lang="nl-BE" sz="5000" b="1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556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04236"/>
              </p:ext>
            </p:extLst>
          </p:nvPr>
        </p:nvGraphicFramePr>
        <p:xfrm>
          <a:off x="899592" y="4869160"/>
          <a:ext cx="6984776" cy="1104138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1148057"/>
                <a:gridCol w="1312964"/>
                <a:gridCol w="1148756"/>
                <a:gridCol w="1149456"/>
                <a:gridCol w="1149456"/>
                <a:gridCol w="1076087"/>
              </a:tblGrid>
              <a:tr h="1619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Pharmacy N°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Pharmacy Name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Pharmacy holder SSIN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effectLst/>
                        </a:rPr>
                        <a:t>Pharmacy holder N°</a:t>
                      </a:r>
                      <a:r>
                        <a:rPr lang="en-US" sz="1100" baseline="0" dirty="0" smtClean="0">
                          <a:effectLst/>
                        </a:rPr>
                        <a:t> NIHII</a:t>
                      </a:r>
                      <a:endParaRPr lang="nl-BE" sz="1100" dirty="0" smtClean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Pharmacy holder Name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Pharmacy holder last name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 smtClean="0">
                          <a:effectLst/>
                        </a:rPr>
                        <a:t>29900348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APO ASSU 0739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>
                          <a:effectLst/>
                        </a:rPr>
                        <a:t>84020732579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22070171001</a:t>
                      </a:r>
                      <a:endParaRPr lang="nl-BE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Pieterjan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Vanpee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 smtClean="0">
                          <a:effectLst/>
                        </a:rPr>
                        <a:t>29900447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APO ASSU 0079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>
                          <a:effectLst/>
                        </a:rPr>
                        <a:t>69021010390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22070468001</a:t>
                      </a:r>
                      <a:endParaRPr lang="nl-BE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Karl 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Vandecasteele 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 smtClean="0">
                          <a:effectLst/>
                        </a:rPr>
                        <a:t>29900546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APO ASSU 0196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>
                          <a:effectLst/>
                        </a:rPr>
                        <a:t>74101902361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22070369001</a:t>
                      </a:r>
                      <a:endParaRPr lang="nl-BE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>
                          <a:effectLst/>
                        </a:rPr>
                        <a:t>Thierry</a:t>
                      </a:r>
                      <a:endParaRPr lang="nl-BE" sz="11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BE" sz="1000" dirty="0">
                          <a:effectLst/>
                        </a:rPr>
                        <a:t>Bertholet </a:t>
                      </a:r>
                      <a:endParaRPr lang="nl-BE" sz="1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8259763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1187624" y="2492896"/>
            <a:ext cx="720080" cy="28803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2411760" y="2780928"/>
            <a:ext cx="1393578" cy="25922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411760" y="2204864"/>
            <a:ext cx="2643139" cy="31683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3275856" y="2636912"/>
            <a:ext cx="1779043" cy="27363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2843808" y="2996952"/>
            <a:ext cx="3435228" cy="23042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2771800" y="3140968"/>
            <a:ext cx="4515348" cy="23762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7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Proxy </a:t>
            </a:r>
            <a:r>
              <a:rPr lang="nl-BE" dirty="0" err="1" smtClean="0"/>
              <a:t>configuration</a:t>
            </a:r>
            <a:r>
              <a:rPr lang="nl-BE" dirty="0" smtClean="0"/>
              <a:t> (</a:t>
            </a:r>
            <a:r>
              <a:rPr lang="nl-BE" dirty="0" err="1" smtClean="0"/>
              <a:t>only</a:t>
            </a:r>
            <a:r>
              <a:rPr lang="nl-BE" dirty="0" smtClean="0"/>
              <a:t> </a:t>
            </a:r>
            <a:r>
              <a:rPr lang="nl-BE" dirty="0" err="1" smtClean="0"/>
              <a:t>if</a:t>
            </a:r>
            <a:r>
              <a:rPr lang="nl-BE" dirty="0" smtClean="0"/>
              <a:t> </a:t>
            </a:r>
            <a:r>
              <a:rPr lang="nl-BE" dirty="0" err="1" smtClean="0"/>
              <a:t>necessary</a:t>
            </a:r>
            <a:r>
              <a:rPr lang="nl-BE" dirty="0" smtClean="0"/>
              <a:t>)</a:t>
            </a:r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r>
              <a:rPr lang="nl-BE" dirty="0" smtClean="0"/>
              <a:t>Run SDK GUI </a:t>
            </a:r>
            <a:r>
              <a:rPr lang="nl-BE" dirty="0"/>
              <a:t>(</a:t>
            </a:r>
            <a:r>
              <a:rPr lang="nl-BE" dirty="0" err="1" smtClean="0"/>
              <a:t>examples</a:t>
            </a:r>
            <a:r>
              <a:rPr lang="nl-BE" dirty="0" smtClean="0"/>
              <a:t>\gui\startGui.bat</a:t>
            </a:r>
            <a:endParaRPr lang="nl-BE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" t="26019" r="61191" b="54148"/>
          <a:stretch/>
        </p:blipFill>
        <p:spPr bwMode="auto">
          <a:xfrm>
            <a:off x="971600" y="1884824"/>
            <a:ext cx="6080289" cy="190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9737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Tab “</a:t>
            </a:r>
            <a:r>
              <a:rPr lang="nl-BE" dirty="0" err="1"/>
              <a:t>C</a:t>
            </a:r>
            <a:r>
              <a:rPr lang="nl-BE" dirty="0" err="1" smtClean="0"/>
              <a:t>onfiguration</a:t>
            </a:r>
            <a:r>
              <a:rPr lang="nl-BE" dirty="0" smtClean="0"/>
              <a:t>”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06471"/>
            <a:ext cx="7344816" cy="498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>
            <a:stCxn id="8" idx="1"/>
          </p:cNvCxnSpPr>
          <p:nvPr/>
        </p:nvCxnSpPr>
        <p:spPr>
          <a:xfrm flipH="1">
            <a:off x="4716016" y="2380238"/>
            <a:ext cx="1296144" cy="7607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12160" y="2195572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C00000"/>
                </a:solidFill>
              </a:rPr>
              <a:t>Pharmacy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certificate</a:t>
            </a:r>
            <a:r>
              <a:rPr lang="nl-BE" dirty="0" smtClean="0">
                <a:solidFill>
                  <a:srgbClr val="C00000"/>
                </a:solidFill>
              </a:rPr>
              <a:t> PWD</a:t>
            </a:r>
            <a:endParaRPr lang="nl-BE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0152" y="3717032"/>
            <a:ext cx="792088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642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Tab “General”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7508950" cy="5085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555776" y="2492896"/>
            <a:ext cx="1296144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220072" y="3429000"/>
            <a:ext cx="504056" cy="112077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72100" y="3059668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solidFill>
                  <a:srgbClr val="C00000"/>
                </a:solidFill>
              </a:rPr>
              <a:t>Personal </a:t>
            </a:r>
            <a:r>
              <a:rPr lang="nl-BE" dirty="0" err="1" smtClean="0">
                <a:solidFill>
                  <a:srgbClr val="C00000"/>
                </a:solidFill>
              </a:rPr>
              <a:t>certificate</a:t>
            </a:r>
            <a:r>
              <a:rPr lang="nl-BE" dirty="0" smtClean="0">
                <a:solidFill>
                  <a:srgbClr val="C00000"/>
                </a:solidFill>
              </a:rPr>
              <a:t> PWD</a:t>
            </a:r>
            <a:endParaRPr lang="nl-B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73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09135" cy="503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Tab “General”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  <p:sp>
        <p:nvSpPr>
          <p:cNvPr id="9" name="Rectangle 8"/>
          <p:cNvSpPr/>
          <p:nvPr/>
        </p:nvSpPr>
        <p:spPr>
          <a:xfrm>
            <a:off x="1187624" y="2482737"/>
            <a:ext cx="1224136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4860032" y="3429000"/>
            <a:ext cx="792088" cy="20568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72100" y="305966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C00000"/>
                </a:solidFill>
              </a:rPr>
              <a:t>eID</a:t>
            </a:r>
            <a:r>
              <a:rPr lang="nl-BE" dirty="0" smtClean="0">
                <a:solidFill>
                  <a:srgbClr val="C00000"/>
                </a:solidFill>
              </a:rPr>
              <a:t> pincode</a:t>
            </a:r>
            <a:endParaRPr lang="nl-B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3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2175141"/>
            <a:ext cx="7128792" cy="468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Tab “GFDDPP”</a:t>
            </a:r>
          </a:p>
          <a:p>
            <a:pPr lvl="2"/>
            <a:r>
              <a:rPr lang="nl-BE" dirty="0" smtClean="0"/>
              <a:t>Tab “Register data”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  <p:sp>
        <p:nvSpPr>
          <p:cNvPr id="9" name="Rectangle 8"/>
          <p:cNvSpPr/>
          <p:nvPr/>
        </p:nvSpPr>
        <p:spPr>
          <a:xfrm>
            <a:off x="1403648" y="2708920"/>
            <a:ext cx="720080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987824" y="4437112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35696" y="5445224"/>
            <a:ext cx="4993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solidFill>
                  <a:srgbClr val="C00000"/>
                </a:solidFill>
              </a:rPr>
              <a:t>Paste BVAC XML.</a:t>
            </a:r>
          </a:p>
          <a:p>
            <a:r>
              <a:rPr lang="nl-BE" dirty="0" err="1" smtClean="0">
                <a:solidFill>
                  <a:srgbClr val="C00000"/>
                </a:solidFill>
              </a:rPr>
              <a:t>Don’t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forget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to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use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your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own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pharmacy</a:t>
            </a:r>
            <a:r>
              <a:rPr lang="nl-BE" dirty="0" smtClean="0">
                <a:solidFill>
                  <a:srgbClr val="C00000"/>
                </a:solidFill>
              </a:rPr>
              <a:t> </a:t>
            </a:r>
            <a:r>
              <a:rPr lang="nl-BE" dirty="0" err="1" smtClean="0">
                <a:solidFill>
                  <a:srgbClr val="C00000"/>
                </a:solidFill>
              </a:rPr>
              <a:t>number</a:t>
            </a:r>
            <a:endParaRPr lang="nl-BE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140224" y="4797152"/>
            <a:ext cx="1863824" cy="6480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04048" y="4725144"/>
            <a:ext cx="504056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66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102097"/>
            <a:ext cx="6984776" cy="473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Tab “GFDDPP”</a:t>
            </a:r>
          </a:p>
          <a:p>
            <a:pPr lvl="2"/>
            <a:r>
              <a:rPr lang="nl-BE" dirty="0" smtClean="0"/>
              <a:t>Tab “Get status </a:t>
            </a:r>
            <a:r>
              <a:rPr lang="nl-BE" dirty="0" err="1" smtClean="0"/>
              <a:t>messages</a:t>
            </a:r>
            <a:r>
              <a:rPr lang="nl-BE" dirty="0" smtClean="0"/>
              <a:t>”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SDK Executor Tool</a:t>
            </a:r>
            <a:endParaRPr lang="nl-BE" dirty="0"/>
          </a:p>
        </p:txBody>
      </p:sp>
      <p:sp>
        <p:nvSpPr>
          <p:cNvPr id="9" name="Rectangle 8"/>
          <p:cNvSpPr/>
          <p:nvPr/>
        </p:nvSpPr>
        <p:spPr>
          <a:xfrm>
            <a:off x="3140224" y="2996952"/>
            <a:ext cx="720080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/>
          <p:cNvSpPr txBox="1"/>
          <p:nvPr/>
        </p:nvSpPr>
        <p:spPr>
          <a:xfrm>
            <a:off x="4072136" y="2983485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C00000"/>
                </a:solidFill>
              </a:rPr>
              <a:t>Regularly</a:t>
            </a:r>
            <a:r>
              <a:rPr lang="nl-BE" dirty="0" smtClean="0">
                <a:solidFill>
                  <a:srgbClr val="C00000"/>
                </a:solidFill>
              </a:rPr>
              <a:t> poll </a:t>
            </a:r>
            <a:r>
              <a:rPr lang="nl-BE" dirty="0" err="1" smtClean="0">
                <a:solidFill>
                  <a:srgbClr val="C00000"/>
                </a:solidFill>
              </a:rPr>
              <a:t>for</a:t>
            </a:r>
            <a:r>
              <a:rPr lang="nl-BE" dirty="0" smtClean="0">
                <a:solidFill>
                  <a:srgbClr val="C00000"/>
                </a:solidFill>
              </a:rPr>
              <a:t> status </a:t>
            </a:r>
            <a:r>
              <a:rPr lang="nl-BE" dirty="0" err="1" smtClean="0">
                <a:solidFill>
                  <a:srgbClr val="C00000"/>
                </a:solidFill>
              </a:rPr>
              <a:t>messages</a:t>
            </a:r>
            <a:endParaRPr lang="nl-B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2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587" y="1364135"/>
            <a:ext cx="7772400" cy="3784596"/>
          </a:xfrm>
        </p:spPr>
        <p:txBody>
          <a:bodyPr/>
          <a:lstStyle/>
          <a:p>
            <a:pPr algn="ctr"/>
            <a:r>
              <a:rPr lang="fr-BE" sz="2400" i="1" dirty="0">
                <a:solidFill>
                  <a:schemeClr val="tx1">
                    <a:tint val="75000"/>
                  </a:schemeClr>
                </a:solidFill>
              </a:rPr>
              <a:t/>
            </a:r>
            <a:br>
              <a:rPr lang="fr-BE" sz="2400" i="1" dirty="0">
                <a:solidFill>
                  <a:schemeClr val="tx1">
                    <a:tint val="75000"/>
                  </a:schemeClr>
                </a:solidFill>
              </a:rPr>
            </a:br>
            <a:r>
              <a:rPr lang="fr-BE" dirty="0" smtClean="0"/>
              <a:t/>
            </a:r>
            <a:br>
              <a:rPr lang="fr-BE" dirty="0" smtClean="0"/>
            </a:br>
            <a:r>
              <a:rPr lang="fr-BE" b="0" dirty="0">
                <a:latin typeface="Arial Black" pitchFamily="34" charset="0"/>
              </a:rPr>
              <a:t>E2E </a:t>
            </a:r>
            <a:r>
              <a:rPr lang="fr-BE" b="0" dirty="0" err="1" smtClean="0">
                <a:latin typeface="Arial Black" pitchFamily="34" charset="0"/>
              </a:rPr>
              <a:t>Testing</a:t>
            </a:r>
            <a:r>
              <a:rPr lang="fr-BE" b="0" dirty="0" smtClean="0">
                <a:latin typeface="Arial Black" pitchFamily="34" charset="0"/>
              </a:rPr>
              <a:t/>
            </a:r>
            <a:br>
              <a:rPr lang="fr-BE" b="0" dirty="0" smtClean="0">
                <a:latin typeface="Arial Black" pitchFamily="34" charset="0"/>
              </a:rPr>
            </a:br>
            <a:r>
              <a:rPr lang="fr-BE" b="0" dirty="0" smtClean="0">
                <a:latin typeface="Arial Black" pitchFamily="34" charset="0"/>
              </a:rPr>
              <a:t/>
            </a:r>
            <a:br>
              <a:rPr lang="fr-BE" b="0" dirty="0" smtClean="0">
                <a:latin typeface="Arial Black" pitchFamily="34" charset="0"/>
              </a:rPr>
            </a:br>
            <a:r>
              <a:rPr lang="fr-BE" b="0" dirty="0" smtClean="0">
                <a:latin typeface="Arial Black" pitchFamily="34" charset="0"/>
              </a:rPr>
              <a:t>+</a:t>
            </a:r>
            <a:r>
              <a:rPr lang="fr-BE" sz="2100" b="0" dirty="0" smtClean="0">
                <a:latin typeface="Arial Black" pitchFamily="34" charset="0"/>
              </a:rPr>
              <a:t/>
            </a:r>
            <a:br>
              <a:rPr lang="fr-BE" sz="2100" b="0" dirty="0" smtClean="0">
                <a:latin typeface="Arial Black" pitchFamily="34" charset="0"/>
              </a:rPr>
            </a:br>
            <a:r>
              <a:rPr lang="fr-BE" sz="2100" b="0" dirty="0" smtClean="0">
                <a:latin typeface="Arial Black" pitchFamily="34" charset="0"/>
              </a:rPr>
              <a:t/>
            </a:r>
            <a:br>
              <a:rPr lang="fr-BE" sz="2100" b="0" dirty="0" smtClean="0">
                <a:latin typeface="Arial Black" pitchFamily="34" charset="0"/>
              </a:rPr>
            </a:br>
            <a:r>
              <a:rPr lang="fr-BE" b="0" dirty="0" smtClean="0">
                <a:latin typeface="Arial Black" pitchFamily="34" charset="0"/>
              </a:rPr>
              <a:t>Questions and </a:t>
            </a:r>
            <a:r>
              <a:rPr lang="fr-BE" b="0" dirty="0" err="1" smtClean="0">
                <a:latin typeface="Arial Black" pitchFamily="34" charset="0"/>
              </a:rPr>
              <a:t>Answers</a:t>
            </a:r>
            <a:endParaRPr lang="fr-BE" b="0" i="1" dirty="0" smtClean="0">
              <a:solidFill>
                <a:srgbClr val="FF0000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744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B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nderi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ele PPT APB">
  <a:themeElements>
    <a:clrScheme name="Personnalisée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B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nderi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A27383CA79B46AFE6BD774C326DB3" ma:contentTypeVersion="17" ma:contentTypeDescription="Crée un document." ma:contentTypeScope="" ma:versionID="c26e70cb2d4c3c4fc94385edce7e44c4">
  <xsd:schema xmlns:xsd="http://www.w3.org/2001/XMLSchema" xmlns:xs="http://www.w3.org/2001/XMLSchema" xmlns:p="http://schemas.microsoft.com/office/2006/metadata/properties" xmlns:ns2="2d185839-c5b8-4c36-b45a-2c9efe37d34b" xmlns:ns3="16faecf4-39d6-4fd1-a982-618119253397" targetNamespace="http://schemas.microsoft.com/office/2006/metadata/properties" ma:root="true" ma:fieldsID="0dfbb7a4e53156e5bb9248056c690a72" ns2:_="" ns3:_="">
    <xsd:import namespace="2d185839-c5b8-4c36-b45a-2c9efe37d34b"/>
    <xsd:import namespace="16faecf4-39d6-4fd1-a982-6181192533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85839-c5b8-4c36-b45a-2c9efe37d3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241797e6-eb36-4736-86b8-4563ca9617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aecf4-39d6-4fd1-a982-61811925339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95fbd2bc-f763-4d93-9bc8-94b1ad838f47}" ma:internalName="TaxCatchAll" ma:showField="CatchAllData" ma:web="16faecf4-39d6-4fd1-a982-6181192533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185839-c5b8-4c36-b45a-2c9efe37d34b">
      <Terms xmlns="http://schemas.microsoft.com/office/infopath/2007/PartnerControls"/>
    </lcf76f155ced4ddcb4097134ff3c332f>
    <TaxCatchAll xmlns="16faecf4-39d6-4fd1-a982-618119253397" xsi:nil="true"/>
  </documentManagement>
</p:properties>
</file>

<file path=customXml/itemProps1.xml><?xml version="1.0" encoding="utf-8"?>
<ds:datastoreItem xmlns:ds="http://schemas.openxmlformats.org/officeDocument/2006/customXml" ds:itemID="{35A774CA-1C55-4DF3-974D-CFF4AAF70527}"/>
</file>

<file path=customXml/itemProps2.xml><?xml version="1.0" encoding="utf-8"?>
<ds:datastoreItem xmlns:ds="http://schemas.openxmlformats.org/officeDocument/2006/customXml" ds:itemID="{23377DBC-90A7-4F3D-B29A-69135556823F}"/>
</file>

<file path=customXml/itemProps3.xml><?xml version="1.0" encoding="utf-8"?>
<ds:datastoreItem xmlns:ds="http://schemas.openxmlformats.org/officeDocument/2006/customXml" ds:itemID="{ABC62392-A946-4C93-A3FB-C97A50B07F97}"/>
</file>

<file path=docProps/app.xml><?xml version="1.0" encoding="utf-8"?>
<Properties xmlns="http://schemas.openxmlformats.org/officeDocument/2006/extended-properties" xmlns:vt="http://schemas.openxmlformats.org/officeDocument/2006/docPropsVTypes">
  <Template>theme PPT APB</Template>
  <TotalTime>4840</TotalTime>
  <Words>230</Words>
  <Application>Microsoft Office PowerPoint</Application>
  <PresentationFormat>On-screen Show (4:3)</PresentationFormat>
  <Paragraphs>81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1_Thème Office</vt:lpstr>
      <vt:lpstr>modele PPT APB</vt:lpstr>
      <vt:lpstr>  AssurPharma Technical Meeting « Proof of Concept » Wednesday 22/10/2014  </vt:lpstr>
      <vt:lpstr>Program of the day</vt:lpstr>
      <vt:lpstr>Use of the SDK Executor Tool</vt:lpstr>
      <vt:lpstr>Use of the SDK Executor Tool</vt:lpstr>
      <vt:lpstr>Use of the SDK Executor Tool</vt:lpstr>
      <vt:lpstr>Use of the SDK Executor Tool</vt:lpstr>
      <vt:lpstr>Use of the SDK Executor Tool</vt:lpstr>
      <vt:lpstr>Use of the SDK Executor Tool</vt:lpstr>
      <vt:lpstr>Use of the SDK Executor Tool</vt:lpstr>
      <vt:lpstr>Use of the SDK Executor Tool</vt:lpstr>
      <vt:lpstr>  E2E Testing  +  Questions and Answers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Henkens Tom</dc:creator>
  <cp:lastModifiedBy>Henkens Tom</cp:lastModifiedBy>
  <cp:revision>304</cp:revision>
  <cp:lastPrinted>2013-11-08T07:23:18Z</cp:lastPrinted>
  <dcterms:created xsi:type="dcterms:W3CDTF">2012-01-18T08:59:28Z</dcterms:created>
  <dcterms:modified xsi:type="dcterms:W3CDTF">2014-10-21T14:28:54Z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1274991850</vt:i4>
  </property>
  <property fmtid="{D5CDD505-2E9C-101B-9397-08002B2CF9AE}" pid="3" name="_NewReviewCycle">
    <vt:lpwstr/>
  </property>
  <property fmtid="{D5CDD505-2E9C-101B-9397-08002B2CF9AE}" pid="4" name="_EmailSubject">
    <vt:lpwstr>[Assuralia]  Advies van FLUX voor de brondraad - Avis de FLUX pour le conseil fédéral.</vt:lpwstr>
  </property>
  <property fmtid="{D5CDD505-2E9C-101B-9397-08002B2CF9AE}" pid="5" name="_AuthorEmail">
    <vt:lpwstr>marc.buckens@apb.be</vt:lpwstr>
  </property>
  <property fmtid="{D5CDD505-2E9C-101B-9397-08002B2CF9AE}" pid="6" name="_AuthorEmailDisplayName">
    <vt:lpwstr>Buckens Marc</vt:lpwstr>
  </property>
  <property fmtid="{D5CDD505-2E9C-101B-9397-08002B2CF9AE}" pid="7" name="ContentTypeId">
    <vt:lpwstr>0x010100C1BA27383CA79B46AFE6BD774C326DB3</vt:lpwstr>
  </property>
</Properties>
</file>